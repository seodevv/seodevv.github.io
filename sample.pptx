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36591-DC2B-A5D6-E0A2-E26B403DA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37BB75-2108-DCBF-F16B-125E08DF7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62FC77-5963-725A-7E66-5BFC3C16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487BF2-5D47-B9F8-E373-6206956A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63D358-E92D-361D-73DF-5137ACE9B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543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8A467A-3DEC-43B2-606A-497677AFF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918148-A674-3C5E-E2A7-DD904EFEB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B26EA-5F98-5C64-AB9A-7B9D0056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D5EA06-55D1-840E-8FE0-A00E4DFE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ED9ED-8BBD-E8AF-6ABB-04F69663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921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D2988-5926-299E-7509-8822670B0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64F911-D852-10C7-3809-4531BFDE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3D23A9-3FA6-6F81-210A-1FBD5365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85248B-546F-E230-4073-BAE7DFE6B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99C13C-7BB7-19C6-02EC-523677B1C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216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5A078-16AA-39BB-82C7-5B4111EE0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4C28E2-5A11-1B8B-B98C-630B5B05B5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F76CCC0-0C44-51F8-A268-64BE85002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5D6C27E-84B8-D9FF-82CD-6B38A36BC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A33D77-B627-8474-4C8F-F7E2DA3C4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E5A9DB-1F45-D229-E5D2-B3A5643F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61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3103D6-BAC2-25FE-13D8-F1B93348A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24D461-A4E8-9742-661D-39F218074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1AF4B7-5C5E-B205-0BF8-E1AC0A467E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533C3F-72AB-28E5-E86F-BA72EFCE8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CA2AE5-EB68-64E2-7156-C6C8338190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77BB53-C26B-FD7E-2C37-E20FBFD5E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9A53CD-369F-C21F-9076-5CF0795E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95E89F-2E99-0E46-970C-F0DF945C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0938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8ECA5-10A2-2AB3-129E-2EA07BBCB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3A5028C-30AE-772C-AD8C-C04D1682E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BF4D62-EF4A-F294-82B1-F62B70BA4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594E71-56FA-E86C-8D55-D37E39A5D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873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308EF16-72C8-FED6-9DF5-5854E77B3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7F29B-C022-8C0B-6D3E-441980831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9F6EB2-5D3C-A12C-C522-D2F6A1856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41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C2EE70-1D4E-EF97-4B28-615D2713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9FC0E5-BDCC-CD40-14DA-276AD2C60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8FE024-38CE-7308-9521-626541358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E9C82B-BDDD-7823-5E39-231CD5B28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765817-A968-1080-29E8-D64B9C2C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479413-0094-41E8-6144-B6C654D3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68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402033-6852-D490-4898-CD29AD7CB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89953C1-C84F-FF92-D759-536FFE1A2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56BAC07-0D0D-BFFF-9E48-B3A83A3811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E10A98-A68B-2E0F-BA57-A0973350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AE617C-5B7F-F4D4-C85E-455188F64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534B40-DB57-FC50-C697-766E6C3C9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8681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F88E28-3797-E273-64CF-ED327F35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1523F0-F45F-B48A-2419-E2B10560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FB6B6-9D96-DC26-EED7-D5A6FE68C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5FD4FF-226F-E003-0179-E437D22E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C1D2C1-0438-F195-8EA6-EAA98752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0383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DA45D2D-E052-A7F5-25EE-7A7C86624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9D35EF-6470-0D10-F092-DC38DB1A32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7F0B5-787E-6903-B1D0-1617D2B86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F8A3E-9E4A-38BE-7FDB-0123ED6D4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182AD3-9E24-D30A-DAC1-E51C91B81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783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48BC614-BDBF-3351-1165-219D90B2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1E9584-6C73-DE19-070D-FCCB34340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D2575B-0F29-9621-86B0-8DFFD1CAD3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27FED-BB01-4B75-A951-CD9E56789838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549BC3-FF51-1BBB-DD40-49239140A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E034C9-C26F-7A37-9373-31D5DF7CA1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792E5-F796-40A0-87C8-DCAEBFECB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97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E462F-01F3-E439-F6AC-FE4C8865F8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샘플</a:t>
            </a:r>
          </a:p>
        </p:txBody>
      </p:sp>
    </p:spTree>
    <p:extLst>
      <p:ext uri="{BB962C8B-B14F-4D97-AF65-F5344CB8AC3E}">
        <p14:creationId xmlns:p14="http://schemas.microsoft.com/office/powerpoint/2010/main" val="4138736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샘플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P45</dc:creator>
  <cp:lastModifiedBy>P45</cp:lastModifiedBy>
  <cp:revision>1</cp:revision>
  <dcterms:created xsi:type="dcterms:W3CDTF">2026-03-25T10:25:38Z</dcterms:created>
  <dcterms:modified xsi:type="dcterms:W3CDTF">2026-03-25T10:25:46Z</dcterms:modified>
</cp:coreProperties>
</file>